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71" r:id="rId2"/>
    <p:sldId id="272" r:id="rId3"/>
    <p:sldId id="275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2" autoAdjust="0"/>
    <p:restoredTop sz="94660"/>
  </p:normalViewPr>
  <p:slideViewPr>
    <p:cSldViewPr>
      <p:cViewPr varScale="1">
        <p:scale>
          <a:sx n="76" d="100"/>
          <a:sy n="76" d="100"/>
        </p:scale>
        <p:origin x="-11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6"/>
          </a:xfrm>
          <a:prstGeom prst="rect">
            <a:avLst/>
          </a:prstGeom>
        </p:spPr>
        <p:txBody>
          <a:bodyPr lIns="102402" tIns="51201" rIns="102402" bIns="5120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512013" indent="0" algn="ctr">
              <a:buNone/>
              <a:defRPr/>
            </a:lvl2pPr>
            <a:lvl3pPr marL="1024026" indent="0" algn="ctr">
              <a:buNone/>
              <a:defRPr/>
            </a:lvl3pPr>
            <a:lvl4pPr marL="1536038" indent="0" algn="ctr">
              <a:buNone/>
              <a:defRPr/>
            </a:lvl4pPr>
            <a:lvl5pPr marL="2048051" indent="0" algn="ctr">
              <a:buNone/>
              <a:defRPr/>
            </a:lvl5pPr>
            <a:lvl6pPr marL="2560064" indent="0" algn="ctr">
              <a:buNone/>
              <a:defRPr/>
            </a:lvl6pPr>
            <a:lvl7pPr marL="3072077" indent="0" algn="ctr">
              <a:buNone/>
              <a:defRPr/>
            </a:lvl7pPr>
            <a:lvl8pPr marL="3584090" indent="0" algn="ctr">
              <a:buNone/>
              <a:defRPr/>
            </a:lvl8pPr>
            <a:lvl9pPr marL="4096102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4637"/>
            <a:ext cx="8229600" cy="1143000"/>
          </a:xfrm>
          <a:prstGeom prst="rect">
            <a:avLst/>
          </a:prstGeom>
        </p:spPr>
        <p:txBody>
          <a:bodyPr lIns="102402" tIns="51201" rIns="102402" bIns="5120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4"/>
          </a:xfrm>
          <a:prstGeom prst="rect">
            <a:avLst/>
          </a:prstGeom>
        </p:spPr>
        <p:txBody>
          <a:bodyPr lIns="102402" tIns="51201" rIns="102402" bIns="51201" anchor="t"/>
          <a:lstStyle>
            <a:lvl1pPr algn="l">
              <a:defRPr sz="44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200"/>
            </a:lvl1pPr>
            <a:lvl2pPr marL="512013" indent="0">
              <a:buNone/>
              <a:defRPr sz="2000"/>
            </a:lvl2pPr>
            <a:lvl3pPr marL="1024026" indent="0">
              <a:buNone/>
              <a:defRPr sz="1800"/>
            </a:lvl3pPr>
            <a:lvl4pPr marL="1536038" indent="0">
              <a:buNone/>
              <a:defRPr sz="1600"/>
            </a:lvl4pPr>
            <a:lvl5pPr marL="2048051" indent="0">
              <a:buNone/>
              <a:defRPr sz="1600"/>
            </a:lvl5pPr>
            <a:lvl6pPr marL="2560064" indent="0">
              <a:buNone/>
              <a:defRPr sz="1600"/>
            </a:lvl6pPr>
            <a:lvl7pPr marL="3072077" indent="0">
              <a:buNone/>
              <a:defRPr sz="1600"/>
            </a:lvl7pPr>
            <a:lvl8pPr marL="3584090" indent="0">
              <a:buNone/>
              <a:defRPr sz="1600"/>
            </a:lvl8pPr>
            <a:lvl9pPr marL="4096102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4637"/>
            <a:ext cx="8229600" cy="1143000"/>
          </a:xfrm>
          <a:prstGeom prst="rect">
            <a:avLst/>
          </a:prstGeom>
        </p:spPr>
        <p:txBody>
          <a:bodyPr lIns="102402" tIns="51201" rIns="102402" bIns="5120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4637"/>
            <a:ext cx="8229600" cy="1143000"/>
          </a:xfrm>
          <a:prstGeom prst="rect">
            <a:avLst/>
          </a:prstGeom>
        </p:spPr>
        <p:txBody>
          <a:bodyPr lIns="102402" tIns="51201" rIns="102402" bIns="51201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2013" indent="0">
              <a:buNone/>
              <a:defRPr sz="2200" b="1"/>
            </a:lvl2pPr>
            <a:lvl3pPr marL="1024026" indent="0">
              <a:buNone/>
              <a:defRPr sz="2000" b="1"/>
            </a:lvl3pPr>
            <a:lvl4pPr marL="1536038" indent="0">
              <a:buNone/>
              <a:defRPr sz="1800" b="1"/>
            </a:lvl4pPr>
            <a:lvl5pPr marL="2048051" indent="0">
              <a:buNone/>
              <a:defRPr sz="1800" b="1"/>
            </a:lvl5pPr>
            <a:lvl6pPr marL="2560064" indent="0">
              <a:buNone/>
              <a:defRPr sz="1800" b="1"/>
            </a:lvl6pPr>
            <a:lvl7pPr marL="3072077" indent="0">
              <a:buNone/>
              <a:defRPr sz="1800" b="1"/>
            </a:lvl7pPr>
            <a:lvl8pPr marL="3584090" indent="0">
              <a:buNone/>
              <a:defRPr sz="1800" b="1"/>
            </a:lvl8pPr>
            <a:lvl9pPr marL="4096102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2013" indent="0">
              <a:buNone/>
              <a:defRPr sz="2200" b="1"/>
            </a:lvl2pPr>
            <a:lvl3pPr marL="1024026" indent="0">
              <a:buNone/>
              <a:defRPr sz="2000" b="1"/>
            </a:lvl3pPr>
            <a:lvl4pPr marL="1536038" indent="0">
              <a:buNone/>
              <a:defRPr sz="1800" b="1"/>
            </a:lvl4pPr>
            <a:lvl5pPr marL="2048051" indent="0">
              <a:buNone/>
              <a:defRPr sz="1800" b="1"/>
            </a:lvl5pPr>
            <a:lvl6pPr marL="2560064" indent="0">
              <a:buNone/>
              <a:defRPr sz="1800" b="1"/>
            </a:lvl6pPr>
            <a:lvl7pPr marL="3072077" indent="0">
              <a:buNone/>
              <a:defRPr sz="1800" b="1"/>
            </a:lvl7pPr>
            <a:lvl8pPr marL="3584090" indent="0">
              <a:buNone/>
              <a:defRPr sz="1800" b="1"/>
            </a:lvl8pPr>
            <a:lvl9pPr marL="4096102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4637"/>
            <a:ext cx="8229600" cy="1143000"/>
          </a:xfrm>
          <a:prstGeom prst="rect">
            <a:avLst/>
          </a:prstGeom>
        </p:spPr>
        <p:txBody>
          <a:bodyPr lIns="102402" tIns="51201" rIns="102402" bIns="5120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lIns="102402" tIns="51201" rIns="102402" bIns="51201" anchor="b"/>
          <a:lstStyle>
            <a:lvl1pPr algn="l">
              <a:defRPr sz="22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12013" indent="0">
              <a:buNone/>
              <a:defRPr sz="1300"/>
            </a:lvl2pPr>
            <a:lvl3pPr marL="1024026" indent="0">
              <a:buNone/>
              <a:defRPr sz="1200"/>
            </a:lvl3pPr>
            <a:lvl4pPr marL="1536038" indent="0">
              <a:buNone/>
              <a:defRPr sz="1000"/>
            </a:lvl4pPr>
            <a:lvl5pPr marL="2048051" indent="0">
              <a:buNone/>
              <a:defRPr sz="1000"/>
            </a:lvl5pPr>
            <a:lvl6pPr marL="2560064" indent="0">
              <a:buNone/>
              <a:defRPr sz="1000"/>
            </a:lvl6pPr>
            <a:lvl7pPr marL="3072077" indent="0">
              <a:buNone/>
              <a:defRPr sz="1000"/>
            </a:lvl7pPr>
            <a:lvl8pPr marL="3584090" indent="0">
              <a:buNone/>
              <a:defRPr sz="1000"/>
            </a:lvl8pPr>
            <a:lvl9pPr marL="4096102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lIns="102402" tIns="51201" rIns="102402" bIns="51201" anchor="b"/>
          <a:lstStyle>
            <a:lvl1pPr algn="l">
              <a:defRPr sz="22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4"/>
            <a:ext cx="5486400" cy="4114800"/>
          </a:xfrm>
        </p:spPr>
        <p:txBody>
          <a:bodyPr/>
          <a:lstStyle>
            <a:lvl1pPr marL="0" indent="0">
              <a:buNone/>
              <a:defRPr sz="3600"/>
            </a:lvl1pPr>
            <a:lvl2pPr marL="512013" indent="0">
              <a:buNone/>
              <a:defRPr sz="3100"/>
            </a:lvl2pPr>
            <a:lvl3pPr marL="1024026" indent="0">
              <a:buNone/>
              <a:defRPr sz="2700"/>
            </a:lvl3pPr>
            <a:lvl4pPr marL="1536038" indent="0">
              <a:buNone/>
              <a:defRPr sz="2200"/>
            </a:lvl4pPr>
            <a:lvl5pPr marL="2048051" indent="0">
              <a:buNone/>
              <a:defRPr sz="2200"/>
            </a:lvl5pPr>
            <a:lvl6pPr marL="2560064" indent="0">
              <a:buNone/>
              <a:defRPr sz="2200"/>
            </a:lvl6pPr>
            <a:lvl7pPr marL="3072077" indent="0">
              <a:buNone/>
              <a:defRPr sz="2200"/>
            </a:lvl7pPr>
            <a:lvl8pPr marL="3584090" indent="0">
              <a:buNone/>
              <a:defRPr sz="2200"/>
            </a:lvl8pPr>
            <a:lvl9pPr marL="4096102" indent="0">
              <a:buNone/>
              <a:defRPr sz="22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512013" indent="0">
              <a:buNone/>
              <a:defRPr sz="1300"/>
            </a:lvl2pPr>
            <a:lvl3pPr marL="1024026" indent="0">
              <a:buNone/>
              <a:defRPr sz="1200"/>
            </a:lvl3pPr>
            <a:lvl4pPr marL="1536038" indent="0">
              <a:buNone/>
              <a:defRPr sz="1000"/>
            </a:lvl4pPr>
            <a:lvl5pPr marL="2048051" indent="0">
              <a:buNone/>
              <a:defRPr sz="1000"/>
            </a:lvl5pPr>
            <a:lvl6pPr marL="2560064" indent="0">
              <a:buNone/>
              <a:defRPr sz="1000"/>
            </a:lvl6pPr>
            <a:lvl7pPr marL="3072077" indent="0">
              <a:buNone/>
              <a:defRPr sz="1000"/>
            </a:lvl7pPr>
            <a:lvl8pPr marL="3584090" indent="0">
              <a:buNone/>
              <a:defRPr sz="1000"/>
            </a:lvl8pPr>
            <a:lvl9pPr marL="4096102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4637"/>
            <a:ext cx="8229600" cy="1143000"/>
          </a:xfrm>
          <a:prstGeom prst="rect">
            <a:avLst/>
          </a:prstGeom>
        </p:spPr>
        <p:txBody>
          <a:bodyPr lIns="102402" tIns="51201" rIns="102402" bIns="5120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</p:spPr>
        <p:txBody>
          <a:bodyPr vert="eaVert" lIns="102402" tIns="51201" rIns="102402" bIns="5120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274638"/>
            <a:ext cx="8229600" cy="58515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402" tIns="51201" rIns="102402" bIns="512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6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402" tIns="51201" rIns="102402" bIns="51201" numCol="1" anchor="t" anchorCtr="0" compatLnSpc="1">
            <a:prstTxWarp prst="textNoShape">
              <a:avLst/>
            </a:prstTxWarp>
          </a:bodyPr>
          <a:lstStyle>
            <a:lvl1pPr>
              <a:defRPr sz="1600">
                <a:latin typeface="Arial" pitchFamily="34" charset="0"/>
                <a:ea typeface="宋体" pitchFamily="2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2013-8-29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6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402" tIns="51201" rIns="102402" bIns="51201" numCol="1" anchor="t" anchorCtr="0" compatLnSpc="1">
            <a:prstTxWarp prst="textNoShape">
              <a:avLst/>
            </a:prstTxWarp>
          </a:bodyPr>
          <a:lstStyle>
            <a:lvl1pPr algn="ctr">
              <a:defRPr sz="1600">
                <a:latin typeface="Arial" pitchFamily="34" charset="0"/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1" y="6245226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402" tIns="51201" rIns="102402" bIns="51201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Arial" pitchFamily="34" charset="0"/>
                <a:ea typeface="宋体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216328" y="709532"/>
            <a:ext cx="7308000" cy="68571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2402" tIns="51201" rIns="102402" bIns="51201" anchor="ctr"/>
          <a:lstStyle/>
          <a:p>
            <a:pPr>
              <a:defRPr/>
            </a:pPr>
            <a:endParaRPr lang="zh-CN" altLang="en-US"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050" name="Picture 2" descr="C:\Users\01249120\Desktop\新品牌LOGO\海尔标志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654897" y="188640"/>
            <a:ext cx="1400126" cy="432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512013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1024026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536038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2048051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84010" indent="-384010" algn="l" rtl="0" eaLnBrk="1" fontAlgn="base" hangingPunct="1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2021" indent="-320008" algn="l" rtl="0" eaLnBrk="1" fontAlgn="base" hangingPunct="1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  <a:ea typeface="+mn-ea"/>
        </a:defRPr>
      </a:lvl2pPr>
      <a:lvl3pPr marL="1280032" indent="-256006" algn="l" rtl="0" eaLnBrk="1" fontAlgn="base" hangingPunct="1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  <a:ea typeface="+mn-ea"/>
        </a:defRPr>
      </a:lvl3pPr>
      <a:lvl4pPr marL="1792045" indent="-256006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+mn-ea"/>
        </a:defRPr>
      </a:lvl4pPr>
      <a:lvl5pPr marL="2304058" indent="-2560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5pPr>
      <a:lvl6pPr marL="2816070" indent="-2560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6pPr>
      <a:lvl7pPr marL="3328083" indent="-2560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7pPr>
      <a:lvl8pPr marL="3840096" indent="-2560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8pPr>
      <a:lvl9pPr marL="4352109" indent="-2560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2013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026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038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051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064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2077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4090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6102" algn="l" defTabSz="102402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539750" y="1773238"/>
            <a:ext cx="76327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***系统用户培训讲义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99" name="矩形 3"/>
          <p:cNvSpPr>
            <a:spLocks noChangeArrowheads="1"/>
          </p:cNvSpPr>
          <p:nvPr/>
        </p:nvSpPr>
        <p:spPr bwMode="auto">
          <a:xfrm>
            <a:off x="3786182" y="3429000"/>
            <a:ext cx="468313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部门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日期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084168" y="5085184"/>
          <a:ext cx="2786082" cy="14173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786082"/>
              </a:tblGrid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 smtClean="0">
                          <a:latin typeface="微软雅黑" pitchFamily="34" charset="-122"/>
                          <a:ea typeface="微软雅黑" pitchFamily="34" charset="-122"/>
                        </a:rPr>
                        <a:t>表号：</a:t>
                      </a:r>
                      <a:r>
                        <a:rPr lang="en-US" altLang="zh-CN" sz="1400" b="0" smtClean="0">
                          <a:latin typeface="微软雅黑" pitchFamily="34" charset="-122"/>
                          <a:ea typeface="微软雅黑" pitchFamily="34" charset="-122"/>
                        </a:rPr>
                        <a:t>360006F35</a:t>
                      </a:r>
                      <a:endParaRPr lang="zh-CN" altLang="en-US" sz="14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 smtClean="0">
                          <a:latin typeface="微软雅黑" pitchFamily="34" charset="-122"/>
                          <a:ea typeface="微软雅黑" pitchFamily="34" charset="-122"/>
                        </a:rPr>
                        <a:t>生效期：</a:t>
                      </a:r>
                      <a:r>
                        <a:rPr lang="en-US" altLang="zh-CN" sz="1400" b="0" dirty="0" smtClean="0">
                          <a:latin typeface="微软雅黑" pitchFamily="34" charset="-122"/>
                          <a:ea typeface="微软雅黑" pitchFamily="34" charset="-122"/>
                        </a:rPr>
                        <a:t>2013-3-1</a:t>
                      </a:r>
                      <a:endParaRPr lang="zh-CN" altLang="en-US" sz="14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latin typeface="微软雅黑" pitchFamily="34" charset="-122"/>
                          <a:ea typeface="微软雅黑" pitchFamily="34" charset="-122"/>
                        </a:rPr>
                        <a:t>密级：集团内部公开</a:t>
                      </a:r>
                      <a:endParaRPr lang="zh-CN" altLang="en-US" sz="14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dirty="0" smtClean="0">
                          <a:latin typeface="微软雅黑" pitchFamily="34" charset="-122"/>
                          <a:ea typeface="微软雅黑" pitchFamily="34" charset="-122"/>
                        </a:rPr>
                        <a:t>第  </a:t>
                      </a:r>
                      <a:r>
                        <a:rPr lang="en-US" altLang="zh-CN" sz="1400" b="0" dirty="0" smtClean="0">
                          <a:latin typeface="微软雅黑" pitchFamily="34" charset="-122"/>
                          <a:ea typeface="微软雅黑" pitchFamily="34" charset="-122"/>
                        </a:rPr>
                        <a:t>1 </a:t>
                      </a:r>
                      <a:r>
                        <a:rPr lang="zh-CN" altLang="en-US" sz="1400" b="0" dirty="0" smtClean="0">
                          <a:latin typeface="微软雅黑" pitchFamily="34" charset="-122"/>
                          <a:ea typeface="微软雅黑" pitchFamily="34" charset="-122"/>
                        </a:rPr>
                        <a:t>次修改</a:t>
                      </a:r>
                      <a:endParaRPr lang="zh-CN" altLang="en-US" sz="14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 txBox="1">
            <a:spLocks noChangeArrowheads="1"/>
          </p:cNvSpPr>
          <p:nvPr/>
        </p:nvSpPr>
        <p:spPr bwMode="auto">
          <a:xfrm>
            <a:off x="0" y="0"/>
            <a:ext cx="2627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目录</a:t>
            </a:r>
            <a:endParaRPr lang="zh-CN" altLang="en-US" sz="2400" b="1"/>
          </a:p>
        </p:txBody>
      </p:sp>
      <p:sp>
        <p:nvSpPr>
          <p:cNvPr id="3" name="TextBox 2"/>
          <p:cNvSpPr txBox="1"/>
          <p:nvPr/>
        </p:nvSpPr>
        <p:spPr>
          <a:xfrm>
            <a:off x="571493" y="857232"/>
            <a:ext cx="5500687" cy="5000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系统简介</a:t>
            </a:r>
            <a:endParaRPr lang="zh-CN" altLang="en-US" sz="24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93" y="1500170"/>
            <a:ext cx="5500687" cy="500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系统内部流程</a:t>
            </a:r>
            <a:endParaRPr lang="zh-CN" altLang="en-US" sz="24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93" y="2143107"/>
            <a:ext cx="5500687" cy="5000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与其他系统的集成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93" y="2786045"/>
            <a:ext cx="5500687" cy="500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系统用户角色及权限</a:t>
            </a:r>
            <a:endParaRPr lang="zh-CN" altLang="en-US" sz="24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472" y="3429003"/>
            <a:ext cx="5500687" cy="5000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系统业务场景及操作步骤</a:t>
            </a:r>
            <a:endParaRPr lang="zh-CN" altLang="en-US" sz="24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472" y="4071945"/>
            <a:ext cx="5500687" cy="5000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系统闸口校验逻辑</a:t>
            </a:r>
            <a:endParaRPr lang="zh-CN" altLang="en-US" sz="24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11" y="4714887"/>
            <a:ext cx="5500687" cy="5000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其他补充。。。</a:t>
            </a:r>
            <a:endParaRPr lang="zh-CN" altLang="en-US" sz="24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/>
          <p:cNvSpPr txBox="1">
            <a:spLocks noChangeArrowheads="1"/>
          </p:cNvSpPr>
          <p:nvPr/>
        </p:nvSpPr>
        <p:spPr bwMode="auto">
          <a:xfrm>
            <a:off x="0" y="0"/>
            <a:ext cx="2627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 smtClean="0"/>
              <a:t>内容参考</a:t>
            </a:r>
            <a:endParaRPr lang="zh-CN" altLang="en-US" sz="2400" b="1" dirty="0"/>
          </a:p>
        </p:txBody>
      </p:sp>
      <p:sp>
        <p:nvSpPr>
          <p:cNvPr id="8" name="矩形 7"/>
          <p:cNvSpPr/>
          <p:nvPr/>
        </p:nvSpPr>
        <p:spPr>
          <a:xfrm>
            <a:off x="142844" y="1071546"/>
            <a:ext cx="75009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、系统实施目标、范围、用户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、系统功能简述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844" y="642919"/>
            <a:ext cx="5500687" cy="3571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、系统简介</a:t>
            </a:r>
            <a:endParaRPr lang="zh-CN" altLang="en-US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2844" y="1643050"/>
            <a:ext cx="5500687" cy="3571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、系统内部流程</a:t>
            </a:r>
            <a:endParaRPr lang="zh-CN" altLang="en-US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2844" y="2058407"/>
            <a:ext cx="75009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、系统流程图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、活动节点简述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2844" y="2643182"/>
            <a:ext cx="5500687" cy="3571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、与其他系统集成</a:t>
            </a:r>
            <a:endParaRPr lang="zh-CN" altLang="en-US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2844" y="3058539"/>
            <a:ext cx="75009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、相关系统接口关系图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、相关系统接口内容及传输逻辑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844" y="3643314"/>
            <a:ext cx="5500687" cy="3571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、系统用户角色及权限</a:t>
            </a:r>
            <a:endParaRPr lang="zh-CN" altLang="en-US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42844" y="4071942"/>
            <a:ext cx="75009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、系统用户角色描述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、用户角色对应的权限描述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844" y="4643446"/>
            <a:ext cx="5500687" cy="3571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、系统业务场景及操作步骤</a:t>
            </a:r>
            <a:endParaRPr lang="zh-CN" altLang="en-US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2844" y="5058803"/>
            <a:ext cx="75009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、业务场景描述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、每一种业务场景对应的操作页面和步骤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2844" y="5643578"/>
            <a:ext cx="5500687" cy="3571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、系统闸口校验逻辑</a:t>
            </a:r>
            <a:endParaRPr lang="zh-CN" altLang="en-US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42844" y="6058935"/>
            <a:ext cx="75009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、系统中包含的数据闸口校验逻辑，对用户培训系统执行的前提条件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-PPT模版-2013年7月28日版LOGO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4-PPT模版-2013年7月28日版LOGO</Template>
  <TotalTime>4828</TotalTime>
  <Words>180</Words>
  <Application>Microsoft Office PowerPoint</Application>
  <PresentationFormat>全屏显示(4:3)</PresentationFormat>
  <Paragraphs>34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4-PPT模版-2013年7月28日版LOGO</vt:lpstr>
      <vt:lpstr>幻灯片 1</vt:lpstr>
      <vt:lpstr>幻灯片 2</vt:lpstr>
      <vt:lpstr>幻灯片 3</vt:lpstr>
    </vt:vector>
  </TitlesOfParts>
  <Company>haier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00080127</dc:creator>
  <cp:lastModifiedBy>haier</cp:lastModifiedBy>
  <cp:revision>336</cp:revision>
  <dcterms:created xsi:type="dcterms:W3CDTF">2012-02-25T06:13:15Z</dcterms:created>
  <dcterms:modified xsi:type="dcterms:W3CDTF">2013-08-29T05:50:05Z</dcterms:modified>
</cp:coreProperties>
</file>